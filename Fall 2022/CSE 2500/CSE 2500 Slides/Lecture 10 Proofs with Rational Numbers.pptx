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3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9" r:id="rId11"/>
    <p:sldId id="267" r:id="rId12"/>
    <p:sldId id="272" r:id="rId13"/>
    <p:sldId id="279" r:id="rId14"/>
    <p:sldId id="280" r:id="rId15"/>
    <p:sldId id="281" r:id="rId16"/>
    <p:sldId id="2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727C4-6317-42C9-E1B7-C17B0BE8C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19714-5123-3FC5-34D5-3474FF87A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EC880-6538-05CC-28B3-1B1F63003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E3837-A6C7-4960-9B59-944C2D3907FB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65557-3C90-0D2B-45F9-C28AEC98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FCE4D-EEFB-459E-BD8F-1745F8465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D7609-243D-44A5-B91A-765D216CD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48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2704B-337B-AC38-2A5E-921A827C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82763-88F2-AF46-AD55-D221AA458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BB8E4-0939-CEE7-691D-874C4A65B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E3837-A6C7-4960-9B59-944C2D3907FB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9E099-60CE-BC40-685B-8B5A8271F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369CE-E06C-5B80-08B3-5B53862C5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D7609-243D-44A5-B91A-765D216CD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96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D334F-3B81-C130-A137-172EE2051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66459-C1AE-08CE-EDA1-C700F88A4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06D96-1D92-48A5-E775-2E421CD3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E3837-A6C7-4960-9B59-944C2D3907FB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049D6-1A04-2CCA-9F20-A316D77C1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4E16E-02EF-93A7-1620-4B68C95A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D7609-243D-44A5-B91A-765D216CD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1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6A83C-9C46-E709-B728-EE50D2FFC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D80AD-D95B-05A3-B318-1E26645DE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182B1-4757-A34C-BC49-EC35D6AA7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9D3C9-DA7C-042E-0DD4-CD0D8D13F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E3837-A6C7-4960-9B59-944C2D3907FB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37387-B9AF-7ECD-2180-59EBD49F5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9721F-ED9B-3666-A82C-1B37F653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D7609-243D-44A5-B91A-765D216CD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33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73F0-D031-64FC-4489-2BB5E09F0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8328-78DF-008C-3AA9-AD7069CBD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90092-64EC-D2DA-6F69-3196917E4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D48A6-8173-A59B-1D54-741521D71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4FB25-1A2B-F027-1E7D-C5E69D75F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9E2CE2-0E93-7135-82C5-C42750C7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E3837-A6C7-4960-9B59-944C2D3907FB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F562B0-EB2D-7D52-4C0E-8BC978584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D23579-D6CB-4FF1-F2A1-379226946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D7609-243D-44A5-B91A-765D216CD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17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9664-CC54-7FDA-B0D5-C0993C724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1B85E-30A2-7441-C472-43B91DD8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E3837-A6C7-4960-9B59-944C2D3907FB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498551-BF7B-2FD3-0D48-D1CE194C5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D2E2E-8C85-0811-5160-8418FEAC4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D7609-243D-44A5-B91A-765D216CD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A7DBA-3B0D-6988-5CE2-77FE3824F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E3837-A6C7-4960-9B59-944C2D3907FB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B0B7D3-4D10-0BBA-6058-A2627558A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770A1-EF99-F9E7-12C4-D64F3978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D7609-243D-44A5-B91A-765D216CD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9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FB1C2-E256-A87D-E832-B4FB13536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BAD24-40E1-AA5A-2132-BF61FDCE5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11AAD-B57B-B0B9-21CC-2DDE4FFF2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41F6-DCAB-E153-4EBF-C5F8F3E53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E3837-A6C7-4960-9B59-944C2D3907FB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A418A-636C-5677-31F7-342076C4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9CF0C-5532-17C4-E7C1-B71DB2378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D7609-243D-44A5-B91A-765D216CD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85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70B4F-6474-399F-072C-F4360AD55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55FC7-9A90-0368-F333-8497FBA3D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68440-5605-FA58-6E4A-EDF5E206A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26E29-C97C-C6E7-9461-B48A2DC25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E3837-A6C7-4960-9B59-944C2D3907FB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12B7B-EF89-6F2C-83AC-744A6AD84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2FD46-347F-8D39-6CC5-637223ED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D7609-243D-44A5-B91A-765D216CD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61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04F9-38E0-2EF2-1CAA-8D4B5E2A4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F332AF-9464-06CD-0391-89EAC5FB9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FAFBC-394F-F6A6-D1DD-100CEAD6A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E3837-A6C7-4960-9B59-944C2D3907FB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DD56E-AEB1-3122-69A9-8CF8F6F6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FAF72-6991-D047-C186-9D5ADC82F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D7609-243D-44A5-B91A-765D216CD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0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EDD22C-D46F-078F-3E44-7690AA4EE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50253-335C-C7F5-EEE0-3712079F3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F5A38-6371-A631-29AF-601D26587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E3837-A6C7-4960-9B59-944C2D3907FB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49F21-DBF3-4F96-831A-32C7C6F6A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3E31C-7CF9-FAC9-D44B-85AE68FC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D7609-243D-44A5-B91A-765D216CD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6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623503-A695-38A0-2032-5D4A8907E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6E5DE-D812-37B4-1E21-8E58722F0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72B98-B29F-7601-6707-F9FDBA7FC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E3837-A6C7-4960-9B59-944C2D3907FB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F37FC-8D65-1FB8-BEDE-F9902C797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5F840-54AC-EA53-7627-09EB68932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D7609-243D-44A5-B91A-765D216CD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7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sisfun.com/sets/images/number-sets.sv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C04B-99DA-465F-9622-6B3B5A36C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39902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r>
              <a:rPr lang="en-US" sz="4800" dirty="0"/>
              <a:t>CSE 2500: Introduction to Discrete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45AFA-748C-4441-9A3A-253D6A215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0693" y="5202238"/>
            <a:ext cx="9144000" cy="1655762"/>
          </a:xfrm>
        </p:spPr>
        <p:txBody>
          <a:bodyPr/>
          <a:lstStyle/>
          <a:p>
            <a:r>
              <a:rPr lang="en-US" dirty="0"/>
              <a:t>Kaleel Mahmood </a:t>
            </a:r>
          </a:p>
          <a:p>
            <a:r>
              <a:rPr lang="en-US" dirty="0"/>
              <a:t>Department of Computer Science and Engineering</a:t>
            </a:r>
          </a:p>
          <a:p>
            <a:r>
              <a:rPr lang="en-US" dirty="0"/>
              <a:t>University of Connecticut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2CB5F35-6329-406D-89BD-C9BBF92B1EAD}"/>
              </a:ext>
            </a:extLst>
          </p:cNvPr>
          <p:cNvSpPr txBox="1">
            <a:spLocks/>
          </p:cNvSpPr>
          <p:nvPr/>
        </p:nvSpPr>
        <p:spPr>
          <a:xfrm>
            <a:off x="0" y="2959075"/>
            <a:ext cx="12192000" cy="93984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Lecture 10: Proofs with Rational Numbers</a:t>
            </a:r>
          </a:p>
        </p:txBody>
      </p:sp>
    </p:spTree>
    <p:extLst>
      <p:ext uri="{BB962C8B-B14F-4D97-AF65-F5344CB8AC3E}">
        <p14:creationId xmlns:p14="http://schemas.microsoft.com/office/powerpoint/2010/main" val="252123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59D6E-C111-7F57-5AA0-BBC0096B3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Midterm Exam: Thursday October 13</a:t>
            </a:r>
            <a:r>
              <a:rPr lang="en-US" u="sng" baseline="30000" dirty="0"/>
              <a:t>th</a:t>
            </a:r>
            <a:r>
              <a:rPr lang="en-US" u="sng" dirty="0"/>
              <a:t> 2022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D3428-2F42-4D32-678D-004BE7DE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cover everything up to and including the lecture Thursday October 6</a:t>
            </a:r>
            <a:r>
              <a:rPr lang="en-US" baseline="30000" dirty="0"/>
              <a:t>th</a:t>
            </a:r>
            <a:r>
              <a:rPr lang="en-US" dirty="0"/>
              <a:t>. </a:t>
            </a:r>
          </a:p>
          <a:p>
            <a:r>
              <a:rPr lang="en-US" dirty="0"/>
              <a:t>We will have a review day on Tuesday October 11</a:t>
            </a:r>
            <a:r>
              <a:rPr lang="en-US" baseline="30000" dirty="0"/>
              <a:t>th</a:t>
            </a:r>
            <a:r>
              <a:rPr lang="en-US" dirty="0"/>
              <a:t> to help you prepare for the exam.</a:t>
            </a:r>
          </a:p>
          <a:p>
            <a:r>
              <a:rPr lang="en-US" dirty="0"/>
              <a:t>Approximately 1 hour. </a:t>
            </a:r>
          </a:p>
          <a:p>
            <a:r>
              <a:rPr lang="en-US" dirty="0"/>
              <a:t>Closed notes, closed book. No computer. No calculator. Human brain only.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250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0E6E1-11F1-40CB-BFC2-8E6FD5B8D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365125"/>
            <a:ext cx="10982131" cy="242472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Previously we did proofs with integers, today we expand our proving capabilities to rational numbers….hooray!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C093F7-BE64-4E71-B41D-7F86E3A7D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55" y="2971337"/>
            <a:ext cx="4721290" cy="377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55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35C7D-F03F-44B4-9D62-9E4384588A4F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Rational Numbers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95E725-6001-4019-99B7-F37220E55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2024159"/>
            <a:ext cx="977265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47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3049C-722B-4DE8-A127-90D8033FD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639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Rational Number Examples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F9F41C-7F8A-41BA-B2AE-D47247C41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3" y="1635356"/>
            <a:ext cx="8322809" cy="491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94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46E3F1-2B30-4702-ACDB-B7031FB47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141" y="0"/>
            <a:ext cx="9829800" cy="1933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CD0286-98A0-43CA-93BD-589C4108F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45" y="1928910"/>
            <a:ext cx="8046392" cy="484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2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2129-8AFB-41C3-9EBE-D886623F812A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Examples of irrational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1B7EA9-5F0E-4957-BFF8-BB8E86A6D0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Numbers that CANNOT be expressed as a quotient of two integers: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:r>
                  <a:rPr lang="en-US" sz="5400" dirty="0"/>
                  <a:t> </a:t>
                </a:r>
                <a14:m>
                  <m:oMath xmlns:m="http://schemas.openxmlformats.org/officeDocument/2006/math">
                    <m:r>
                      <a:rPr lang="en-US" sz="16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6600" dirty="0"/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6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166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600" dirty="0"/>
                  <a:t> e,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6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6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US" sz="5400" dirty="0"/>
                  <a:t> </a:t>
                </a:r>
              </a:p>
              <a:p>
                <a:pPr marL="0" indent="0" algn="ctr">
                  <a:buNone/>
                </a:pPr>
                <a:endParaRPr lang="en-US" sz="5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1B7EA9-5F0E-4957-BFF8-BB8E86A6D0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183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5A9E9-94F3-4377-B281-B393A8936DA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Zero Product Property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B9337F-C0CD-464C-A338-24FEA9CE3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1732676"/>
            <a:ext cx="9848850" cy="1733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CB0A94-FA5F-4A68-94B0-F09E4089E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213" y="3508214"/>
            <a:ext cx="7294400" cy="329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65272-E5BC-4C23-8B7D-9D496F619460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Divisibility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B1366-7D0A-496E-8C13-D2D2F2FE2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026" y="1863378"/>
            <a:ext cx="7969947" cy="483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790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90D6D-3745-4FB7-B6A3-6EC6923B78E1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Examples of Divisibility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27568B-7DBA-4F9C-B4B3-FBE9DF385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779911"/>
            <a:ext cx="986790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55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5650B-D446-48B2-9274-F7F953EE0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White Board Examples</a:t>
            </a:r>
          </a:p>
        </p:txBody>
      </p:sp>
    </p:spTree>
    <p:extLst>
      <p:ext uri="{BB962C8B-B14F-4D97-AF65-F5344CB8AC3E}">
        <p14:creationId xmlns:p14="http://schemas.microsoft.com/office/powerpoint/2010/main" val="2221751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0E6E1-11F1-40CB-BFC2-8E6FD5B8D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365125"/>
            <a:ext cx="10982131" cy="124907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We are learning proofs with rational numbers: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C093F7-BE64-4E71-B41D-7F86E3A7D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55" y="2971337"/>
            <a:ext cx="4721290" cy="377469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49A1E25-FC8E-4B12-84DF-362533242670}"/>
              </a:ext>
            </a:extLst>
          </p:cNvPr>
          <p:cNvSpPr/>
          <p:nvPr/>
        </p:nvSpPr>
        <p:spPr>
          <a:xfrm>
            <a:off x="4926563" y="3172408"/>
            <a:ext cx="2743200" cy="168627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C493E8E9-3037-4179-A9E0-7D753524414D}"/>
              </a:ext>
            </a:extLst>
          </p:cNvPr>
          <p:cNvSpPr/>
          <p:nvPr/>
        </p:nvSpPr>
        <p:spPr>
          <a:xfrm rot="3501948">
            <a:off x="7416702" y="2442057"/>
            <a:ext cx="877077" cy="1259632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0CB69-F7BA-405D-A73B-D43C379E7881}"/>
              </a:ext>
            </a:extLst>
          </p:cNvPr>
          <p:cNvSpPr txBox="1"/>
          <p:nvPr/>
        </p:nvSpPr>
        <p:spPr>
          <a:xfrm>
            <a:off x="8444204" y="2325006"/>
            <a:ext cx="3984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We are here…</a:t>
            </a:r>
          </a:p>
        </p:txBody>
      </p:sp>
    </p:spTree>
    <p:extLst>
      <p:ext uri="{BB962C8B-B14F-4D97-AF65-F5344CB8AC3E}">
        <p14:creationId xmlns:p14="http://schemas.microsoft.com/office/powerpoint/2010/main" val="3853011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34EAC1-200E-4E45-AA03-A74E69BB4D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657"/>
          <a:stretch/>
        </p:blipFill>
        <p:spPr>
          <a:xfrm>
            <a:off x="1243011" y="2090058"/>
            <a:ext cx="9705975" cy="43242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0CC3F2-8DC1-4CD1-B3D0-31A0417E1F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446"/>
          <a:stretch/>
        </p:blipFill>
        <p:spPr>
          <a:xfrm>
            <a:off x="1243011" y="568099"/>
            <a:ext cx="9705975" cy="162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0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9CB83A-2ACE-415C-B29A-99F742DF7F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446"/>
          <a:stretch/>
        </p:blipFill>
        <p:spPr>
          <a:xfrm>
            <a:off x="1243010" y="0"/>
            <a:ext cx="9705975" cy="16245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A48A85-6544-4E6C-9102-A86B50300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058" y="1601269"/>
            <a:ext cx="8763878" cy="521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221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E9F6-F22E-49DB-9599-A9DAC3DD1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632" y="2203255"/>
            <a:ext cx="11196735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/>
              <a:t>Three </a:t>
            </a:r>
            <a:r>
              <a:rPr lang="en-US" sz="3600" dirty="0"/>
              <a:t>Whiteboard Examples</a:t>
            </a:r>
          </a:p>
        </p:txBody>
      </p:sp>
    </p:spTree>
    <p:extLst>
      <p:ext uri="{BB962C8B-B14F-4D97-AF65-F5344CB8AC3E}">
        <p14:creationId xmlns:p14="http://schemas.microsoft.com/office/powerpoint/2010/main" val="481314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1AE-0AC1-44B4-978A-E074A2F65B85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Figure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79D45-D393-4845-8A84-31F1C3152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https://www.mathsisfun.com/sets/images/number-sets.svg</a:t>
            </a:r>
            <a:endParaRPr lang="en-US" dirty="0"/>
          </a:p>
          <a:p>
            <a:r>
              <a:rPr lang="en-US" dirty="0"/>
              <a:t>Professor Joe Johnson’s Lecture Slides</a:t>
            </a:r>
          </a:p>
        </p:txBody>
      </p:sp>
    </p:spTree>
    <p:extLst>
      <p:ext uri="{BB962C8B-B14F-4D97-AF65-F5344CB8AC3E}">
        <p14:creationId xmlns:p14="http://schemas.microsoft.com/office/powerpoint/2010/main" val="3597102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178</Words>
  <Application>Microsoft Office PowerPoint</Application>
  <PresentationFormat>Widescreen</PresentationFormat>
  <Paragraphs>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CSE 2500: Introduction to Discrete Systems</vt:lpstr>
      <vt:lpstr>Midterm Exam: Thursday October 13th 2022</vt:lpstr>
      <vt:lpstr>Previously we did proofs with integers, today we expand our proving capabilities to rational numbers….hooray!</vt:lpstr>
      <vt:lpstr>Rational Numbers</vt:lpstr>
      <vt:lpstr>Rational Number Examples</vt:lpstr>
      <vt:lpstr>PowerPoint Presentation</vt:lpstr>
      <vt:lpstr>Examples of irrational numbers</vt:lpstr>
      <vt:lpstr>Zero Product Property</vt:lpstr>
      <vt:lpstr>Divisibility</vt:lpstr>
      <vt:lpstr>Examples of Divisibility </vt:lpstr>
      <vt:lpstr>White Board Examples</vt:lpstr>
      <vt:lpstr>We are learning proofs with rational numbers:</vt:lpstr>
      <vt:lpstr>PowerPoint Presentation</vt:lpstr>
      <vt:lpstr>PowerPoint Presentation</vt:lpstr>
      <vt:lpstr>Three Whiteboard Examples</vt:lpstr>
      <vt:lpstr>Figure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2500: Introduction to Discrete Systems</dc:title>
  <dc:creator>K M</dc:creator>
  <cp:lastModifiedBy>K M</cp:lastModifiedBy>
  <cp:revision>9</cp:revision>
  <dcterms:created xsi:type="dcterms:W3CDTF">2022-10-02T05:27:48Z</dcterms:created>
  <dcterms:modified xsi:type="dcterms:W3CDTF">2022-10-04T15:50:06Z</dcterms:modified>
</cp:coreProperties>
</file>