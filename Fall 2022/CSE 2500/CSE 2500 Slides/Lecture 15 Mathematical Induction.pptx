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7" r:id="rId4"/>
    <p:sldId id="269" r:id="rId5"/>
    <p:sldId id="265" r:id="rId6"/>
    <p:sldId id="270" r:id="rId7"/>
    <p:sldId id="271" r:id="rId8"/>
    <p:sldId id="272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73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6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165D-58EB-AA4C-6761-9D55AADCD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3BE6A-5254-817D-FC92-866ED54A4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B42E7-F272-693E-D9A6-4305AC3D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1CBD-8CBC-5463-7BE6-FA31D72D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EFB23-E06E-4404-77D3-872BFBE3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360B-9416-2799-AC2B-B8CD38A7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26E5-2BD5-369D-A440-68C46D16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6BA25-B2D6-9A90-4C35-F5BD56A3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D1A50-77A4-C35C-3D92-943B18C5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9036C-F3A8-8355-28D4-F1AEADD3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6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F703-0A78-EB4A-AB18-056D8D65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A384D-CFB6-E5CF-5968-716CF8AE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E37B4-82B4-6315-EE88-94E7DBC8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EE11A-DB6C-E27E-FB3B-7ED9D975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9AF56-C03F-AD0D-D560-37687F5A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6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305F-67DB-CB1B-16B9-70B5A632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900A-DDAC-D620-0D14-C13687619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C8497-29F3-0F9B-E10A-D38F3FB20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A15B0-29AA-75E3-8CF2-2CEEC3C6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C38CF-B9BD-1A69-AEE6-47C583FA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A8947-F4D2-D099-3833-CE441AC4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7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45DE-916B-2FEF-0503-5979ED04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675ED-9A5A-58BE-B94B-18653C1A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FB811-15AB-F94D-8B47-50B5549D5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9A972-CB4F-05EB-6663-62A1B7552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6E2DB-D7EA-53E2-8333-28E1603E3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D484F-FB07-C0AE-49CC-9736AC6E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8504D-54A4-1BC4-0FDF-2E0AD4B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AE668-8A31-A16C-E59B-8E8B3971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95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8D5B-E255-FFB1-92B8-4E6AE3F0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0BADA-95BB-F7D2-8359-E25B1C2B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4ECB-8AF2-5270-A654-3A8E8E10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7BFA8-FED8-1B64-3CBB-8D121D5F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93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D6782-22C7-2679-7BC4-E13DCF78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002DD-4BBE-4175-88AB-FA264165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18360-8AA0-9087-DAA3-050C0E78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6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EF63-931A-7A58-7E36-F61F1A05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3958-C626-B9F5-E789-E56835915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77225-A5E1-B769-E0BF-61361940D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1D41D-965E-BCA0-F94C-6E41EC11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EAFD8-6DCA-D545-F1EE-F6634E23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515B1-AAD7-A5E2-4223-CDC3AC0C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5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21253-EAD7-BA02-7688-4722045A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862E1A-8831-88B5-7234-CD2DDE709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AE3DE-9F40-BEAF-EAD0-877B26639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8C9A3-2043-00B0-E14A-6D1D97E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5EBB9-12E8-F5E8-023F-4358B6A3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63963-BF30-F7AB-1216-74C10B9CD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0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D0C0-78C7-C0D7-8AC1-ED14C73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01E42-BC47-8AE8-9D18-FCEBC4774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CBBD2-E0B5-6885-EF0E-BDDD2D22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8D53-1B8A-DB85-6539-ABE5EB08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86021-9324-9805-8737-5FFE2E01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3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73D31-2FED-FD60-E976-E3169500C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31714-CDB6-DBC2-68F5-A24975163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9A4DF-A4C8-A384-D228-D0B1E7FD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798F7-6A15-AF48-E94C-94CF0D74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9602F-6DD0-49A2-66AC-D21F249D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4D5993-6211-C28E-3A3F-4AD0AFBF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38452-7C73-3CA6-6E71-948934A21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6D5BF-3E8B-C2D4-59A4-01A2F9275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37C6F-1C81-4FE2-928D-67A450470713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52924-29D4-C603-FE25-A193CCDEA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7B400-703E-0718-E721-6D71C4B9F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7A6F4-2267-408E-97BE-0D78D17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9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i&amp;url=https%3A%2F%2Fwww.istockphoto.com%2Fphotos%2Fdominoes-falling&amp;psig=AOvVaw3rtpMJk3kqH-zHaMqhZwZF&amp;ust=1646718450484000&amp;source=images&amp;cd=vfe&amp;ved=0CAsQjRxqFwoTCPCB47Oms_YCFQAAAAAdAAAAABA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2500: Introduction to Discrete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 dirty="0"/>
              <a:t>Kaleel Mahmood 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24316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/>
              <a:t>Lecture 15:</a:t>
            </a:r>
          </a:p>
          <a:p>
            <a:r>
              <a:rPr lang="en-US" sz="4800" dirty="0"/>
              <a:t>Mathematical Induction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01B8-66CF-45D8-B12C-8A9C351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794"/>
            <a:ext cx="10515600" cy="132556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1. Sequences (review from last lecture)</a:t>
            </a:r>
          </a:p>
        </p:txBody>
      </p:sp>
    </p:spTree>
    <p:extLst>
      <p:ext uri="{BB962C8B-B14F-4D97-AF65-F5344CB8AC3E}">
        <p14:creationId xmlns:p14="http://schemas.microsoft.com/office/powerpoint/2010/main" val="3939926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9FD407-135D-4CD6-944F-698405A7E4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305"/>
          <a:stretch/>
        </p:blipFill>
        <p:spPr>
          <a:xfrm>
            <a:off x="1336777" y="1018726"/>
            <a:ext cx="9751850" cy="20576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56F951-15AF-4257-9DDB-93EA5DE6D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4" t="35802" r="-754"/>
          <a:stretch/>
        </p:blipFill>
        <p:spPr>
          <a:xfrm>
            <a:off x="1374807" y="3141696"/>
            <a:ext cx="9793031" cy="37163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688DC2-008B-DA40-C36C-BF1A9563F82B}"/>
              </a:ext>
            </a:extLst>
          </p:cNvPr>
          <p:cNvSpPr txBox="1"/>
          <p:nvPr/>
        </p:nvSpPr>
        <p:spPr>
          <a:xfrm>
            <a:off x="1374807" y="177282"/>
            <a:ext cx="9480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Review from last lecture:</a:t>
            </a:r>
          </a:p>
        </p:txBody>
      </p:sp>
    </p:spTree>
    <p:extLst>
      <p:ext uri="{BB962C8B-B14F-4D97-AF65-F5344CB8AC3E}">
        <p14:creationId xmlns:p14="http://schemas.microsoft.com/office/powerpoint/2010/main" val="299965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F97757-5C12-4B00-8151-965A72CBD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21" y="0"/>
            <a:ext cx="8515059" cy="2358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C03F4-86FE-4145-9995-F8FD96ED7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038" y="2358376"/>
            <a:ext cx="7601923" cy="444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42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F8C9DF-B8E3-46F4-81A1-EF558BA8E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64" y="3165605"/>
            <a:ext cx="10315575" cy="2952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8BA66-EE77-4796-83DE-227DBADB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4" y="309641"/>
            <a:ext cx="9485782" cy="26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7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01B8-66CF-45D8-B12C-8A9C351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26"/>
            <a:ext cx="10515600" cy="132556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2. Mathematical Induction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368FF8-679C-42FB-8E2A-A88F7FC61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2409338"/>
            <a:ext cx="5829300" cy="4371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94B115-53B4-48CA-BFDF-A02D4292E561}"/>
                  </a:ext>
                </a:extLst>
              </p:cNvPr>
              <p:cNvSpPr txBox="1"/>
              <p:nvPr/>
            </p:nvSpPr>
            <p:spPr>
              <a:xfrm>
                <a:off x="0" y="1688841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Basic idea, show that something works for the case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then show that it will work for the case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94B115-53B4-48CA-BFDF-A02D4292E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88841"/>
                <a:ext cx="12192000" cy="400110"/>
              </a:xfrm>
              <a:prstGeom prst="rect">
                <a:avLst/>
              </a:prstGeom>
              <a:blipFill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99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CC44C-6C2B-457D-9A4D-47110B42E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45" y="1214437"/>
            <a:ext cx="103632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3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04B42-DEE7-426B-93AA-654C89C0A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219075"/>
            <a:ext cx="10372725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3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6A665-EE43-4966-B40A-62964E721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37" y="709126"/>
            <a:ext cx="10439400" cy="2466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F48232-246B-43D7-8EBE-AA3E48F2E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37" y="3318587"/>
            <a:ext cx="104489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7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DBEB3D-8A6D-465B-A79A-2F7E03855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639"/>
          <a:stretch/>
        </p:blipFill>
        <p:spPr>
          <a:xfrm>
            <a:off x="985837" y="314325"/>
            <a:ext cx="10525125" cy="36978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62CC7E-28E8-422C-A4C5-2557667B20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862"/>
          <a:stretch/>
        </p:blipFill>
        <p:spPr>
          <a:xfrm>
            <a:off x="985837" y="4142792"/>
            <a:ext cx="10525125" cy="256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1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DE3DE-0B84-494D-8D57-80D3FC858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" y="419877"/>
            <a:ext cx="10525125" cy="3714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734A1-91F9-464C-BBF7-9B61F6A0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5" y="4237069"/>
            <a:ext cx="108204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5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E7B46-4180-4B26-A5CD-5CA4F788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10" y="0"/>
            <a:ext cx="8991600" cy="2181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287EE1-B5C5-45C4-9CC8-F12F9807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665" y="2685273"/>
            <a:ext cx="9477375" cy="3143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EE45DD-6309-438A-927F-352992B6513A}"/>
              </a:ext>
            </a:extLst>
          </p:cNvPr>
          <p:cNvSpPr txBox="1"/>
          <p:nvPr/>
        </p:nvSpPr>
        <p:spPr>
          <a:xfrm>
            <a:off x="2261116" y="2232288"/>
            <a:ext cx="7520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First just look at the left hand side of the equation: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433D78-2BDA-46EC-9AE8-718E027B0995}"/>
                  </a:ext>
                </a:extLst>
              </p:cNvPr>
              <p:cNvSpPr txBox="1"/>
              <p:nvPr/>
            </p:nvSpPr>
            <p:spPr>
              <a:xfrm>
                <a:off x="2432177" y="5804454"/>
                <a:ext cx="752047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433D78-2BDA-46EC-9AE8-718E027B0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77" y="5804454"/>
                <a:ext cx="7520474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11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E7B46-4180-4B26-A5CD-5CA4F788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53" y="-21025"/>
            <a:ext cx="8991600" cy="2181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EE45DD-6309-438A-927F-352992B6513A}"/>
              </a:ext>
            </a:extLst>
          </p:cNvPr>
          <p:cNvSpPr txBox="1"/>
          <p:nvPr/>
        </p:nvSpPr>
        <p:spPr>
          <a:xfrm>
            <a:off x="2261116" y="2232288"/>
            <a:ext cx="7520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Now look at the right hand side of the equation: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64E70A-2674-4969-BC97-341107F23777}"/>
                  </a:ext>
                </a:extLst>
              </p:cNvPr>
              <p:cNvSpPr txBox="1"/>
              <p:nvPr/>
            </p:nvSpPr>
            <p:spPr>
              <a:xfrm>
                <a:off x="2662333" y="2711727"/>
                <a:ext cx="7119257" cy="278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+2)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3200" b="0" dirty="0"/>
              </a:p>
              <a:p>
                <a:endParaRPr lang="en-US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64E70A-2674-4969-BC97-341107F23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333" y="2711727"/>
                <a:ext cx="7119257" cy="2781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91620B4-5AE6-4726-BB62-A63586F45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910" y="5172075"/>
            <a:ext cx="97917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2FA72-181F-4F08-BB9F-41777092D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0"/>
            <a:ext cx="10372725" cy="144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E354A-40C0-4A47-A04C-DEBA42C4A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1447800"/>
            <a:ext cx="105441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4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B957A1-F0F6-4D2B-A3E0-66B2277D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838200"/>
            <a:ext cx="104584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1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C3BCF6-586C-4CE9-9487-72889C34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49" y="0"/>
            <a:ext cx="10401300" cy="2543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3895E1-4E03-40F7-8894-6EDDF6C81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6" y="2638425"/>
            <a:ext cx="10182129" cy="225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53BED3-07B0-4608-A0A2-7163BD7D9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48" y="4991100"/>
            <a:ext cx="10469337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8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01B8-66CF-45D8-B12C-8A9C351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794"/>
            <a:ext cx="10515600" cy="132556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Another Mathematical Induction Example</a:t>
            </a:r>
          </a:p>
        </p:txBody>
      </p:sp>
    </p:spTree>
    <p:extLst>
      <p:ext uri="{BB962C8B-B14F-4D97-AF65-F5344CB8AC3E}">
        <p14:creationId xmlns:p14="http://schemas.microsoft.com/office/powerpoint/2010/main" val="2506492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6EC03-5A8C-4F2B-B2AA-EBD09EAC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07" y="73898"/>
            <a:ext cx="9501868" cy="2593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815CA-879F-4BCC-A8A9-680D536E1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91" y="2667000"/>
            <a:ext cx="9646784" cy="420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7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429A0-6D32-4DF6-9B6A-A5CEA76F0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997" y="65314"/>
            <a:ext cx="7075744" cy="381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A41CD2-313B-45F3-A938-649DFC3C0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35" y="3801378"/>
            <a:ext cx="8206468" cy="30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0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A3F7B8-2785-45CF-B04A-E5DF41B1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314325"/>
            <a:ext cx="984885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94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D9150A-E19C-4278-A6BD-FC372DE6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238125"/>
            <a:ext cx="9848850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05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D83BB4-58E0-48E1-B237-E73D721680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161"/>
          <a:stretch/>
        </p:blipFill>
        <p:spPr>
          <a:xfrm>
            <a:off x="1185861" y="180975"/>
            <a:ext cx="9820275" cy="38871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730E0B-6CEF-40DB-680B-021973D7A7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839" b="13732"/>
          <a:stretch/>
        </p:blipFill>
        <p:spPr>
          <a:xfrm>
            <a:off x="1185861" y="4068147"/>
            <a:ext cx="9820275" cy="1716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75718B-BA75-ECA6-A5F0-4E70301646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268"/>
          <a:stretch/>
        </p:blipFill>
        <p:spPr>
          <a:xfrm>
            <a:off x="1185861" y="5784980"/>
            <a:ext cx="9820275" cy="89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0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130FB-55FF-4361-999B-FCDC001E0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66800"/>
            <a:ext cx="99822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49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A30D-780C-11E7-CD7B-A79F47AD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45" y="2766218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Give Back Exams</a:t>
            </a:r>
          </a:p>
        </p:txBody>
      </p:sp>
    </p:spTree>
    <p:extLst>
      <p:ext uri="{BB962C8B-B14F-4D97-AF65-F5344CB8AC3E}">
        <p14:creationId xmlns:p14="http://schemas.microsoft.com/office/powerpoint/2010/main" val="3591487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BA39-59BB-4D9E-96B7-96450460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B0F85-63B9-42D0-AF6A-55F8227F3CF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Professor Joe Johnson’s Lecture Slides</a:t>
            </a:r>
          </a:p>
          <a:p>
            <a:r>
              <a:rPr lang="en-US" dirty="0">
                <a:hlinkClick r:id="rId2"/>
              </a:rPr>
              <a:t>https://www.google.com/url?sa=i&amp;url=https%3A%2F%2Fwww.istockphoto.com%2Fphotos%2Fdominoes-falling&amp;psig=AOvVaw3rtpMJk3kqH-zHaMqhZwZF&amp;ust=1646718450484000&amp;source=images&amp;cd=vfe&amp;ved=0CAsQjRxqFwoTCPCB47Oms_YCFQAAAAAdAAAAABAK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161</Words>
  <Application>Microsoft Office PowerPoint</Application>
  <PresentationFormat>Widescreen</PresentationFormat>
  <Paragraphs>21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CSE 2500: Introduction to Discrete Systems</vt:lpstr>
      <vt:lpstr>1. Sequences (review from last lecture)</vt:lpstr>
      <vt:lpstr>PowerPoint Presentation</vt:lpstr>
      <vt:lpstr>PowerPoint Presentation</vt:lpstr>
      <vt:lpstr>PowerPoint Presentation</vt:lpstr>
      <vt:lpstr>2. Mathematical 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Mathematical Induction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Give Back Exams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Statistics </dc:title>
  <dc:creator>K M</dc:creator>
  <cp:lastModifiedBy>K M</cp:lastModifiedBy>
  <cp:revision>27</cp:revision>
  <dcterms:created xsi:type="dcterms:W3CDTF">2022-10-22T19:51:12Z</dcterms:created>
  <dcterms:modified xsi:type="dcterms:W3CDTF">2022-10-26T17:26:20Z</dcterms:modified>
</cp:coreProperties>
</file>