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0" r:id="rId3"/>
    <p:sldId id="269" r:id="rId4"/>
    <p:sldId id="268" r:id="rId5"/>
    <p:sldId id="270" r:id="rId6"/>
    <p:sldId id="271" r:id="rId7"/>
    <p:sldId id="272" r:id="rId8"/>
    <p:sldId id="273" r:id="rId9"/>
    <p:sldId id="274" r:id="rId10"/>
    <p:sldId id="278" r:id="rId11"/>
    <p:sldId id="275" r:id="rId12"/>
    <p:sldId id="276" r:id="rId13"/>
    <p:sldId id="277" r:id="rId14"/>
    <p:sldId id="284" r:id="rId15"/>
    <p:sldId id="285" r:id="rId16"/>
    <p:sldId id="286" r:id="rId17"/>
    <p:sldId id="279" r:id="rId18"/>
    <p:sldId id="287" r:id="rId19"/>
    <p:sldId id="288" r:id="rId20"/>
    <p:sldId id="289" r:id="rId21"/>
    <p:sldId id="266" r:id="rId22"/>
    <p:sldId id="258" r:id="rId23"/>
    <p:sldId id="259" r:id="rId24"/>
    <p:sldId id="260" r:id="rId25"/>
    <p:sldId id="261" r:id="rId26"/>
    <p:sldId id="262" r:id="rId27"/>
    <p:sldId id="264" r:id="rId28"/>
    <p:sldId id="265" r:id="rId29"/>
    <p:sldId id="29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874F-8205-A8AB-90AF-96734FDD3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46C0D7-FCB8-A75F-6997-4A3CCC495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5D6A3-A6E4-A5EB-5C87-91E0E3EC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F4100-0399-E6BB-D86C-69EDAFB4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30460-F085-EB7C-4D5A-4867AB04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5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E8E4-314F-2E36-F9C7-2238A3F3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D1D8-EC3E-EBCA-DB49-2C4B1EB58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47F2C-7280-CD2C-3891-B2488112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88C10-33A1-2555-6CCD-78ECFF8A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2173-5AAD-9091-8322-C6857637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1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C05A-ABC6-11D1-0328-81EB4845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DF9F6-7E43-4D33-A6E1-813C6D93E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4AFF-7369-6A8E-B205-4E05DAAA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0DAD8-058E-1800-ABB9-01467F66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BE1AB-961A-393D-44C0-4EAB44A9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2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6835-8C25-2E7F-44A5-5F8A330F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B06E5-8EE2-49D8-AF81-D456C206B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458DE-3406-BF83-B835-D6622D1A1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A9A21-D54D-CE6E-AD26-9A638B38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18590-64C9-F3D7-7A5E-71139E37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B14A1-1FC4-4CED-9AA7-F2957791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2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2C04-D2B2-F771-9702-DADB63CB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8D945-9632-DD45-E89F-97FEFC5A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0474-F1BF-01D7-794F-2B0231071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88930-BDA7-9766-4F7D-AA35D8CF2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1F08B-1C93-CD43-A364-BF519C1CE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DF2D1-4A76-D6E3-B45B-3D8CEA6A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5152B-80F6-2D37-20E6-88E0D384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FB964-EC72-C0BE-9BE4-A48C7660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7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3178-90EF-4DC6-8D4A-51D3DC924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8DED2-4E5B-298F-D0C4-AAC74CFA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F204E-0BAC-D9E6-2FD5-E4D28463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20115-074E-FE4F-6EED-2372963A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4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2DF85-098B-7CAB-8DE1-4BC5CC8D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39416-3183-FA3F-94FB-956B4AE5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0DCAE-294B-B088-C68C-D5CC8013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8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7CE7-9938-C3C4-CE2A-568F6973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F1E40-6294-F3BF-511B-8DAAC774C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66570-35E6-1C4D-27BF-DA65BAEE1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6C6B6-BD2C-D12C-5420-6A56BCCD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6035B-A3ED-4585-2E00-7E4BCE38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375CF-7F0E-3A6D-67E5-76199CA3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5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666A-9CE8-3E56-9764-6E297E9A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5DAED-BBE6-1114-6976-9B39FE9CE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79D22-D0EF-95B5-A024-56C08332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A1406-D023-5044-6473-885E522E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72F35-25EC-E3FD-EAC3-A8B509FD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0BAB0-ACE1-88BD-A24D-63A1FAB4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AD0C-D77C-BB8F-0952-2A957168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D96E9-C70C-ABEA-F0DC-9131C10A7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64DD-1490-178B-815A-76680AFB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2D12B-6D2F-2049-2DF4-1B82D13E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4335-9811-ED05-AC5A-B597FF53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0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93946-FAC9-5848-61C2-225B4506D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FBA3E-B544-1CAB-863E-68595A80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01BA8-DCAA-DCE7-4ECD-50A532C29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C4301-EB1A-D820-8D2A-642C41D1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30B10-205F-5BCF-5227-CD4D4DB4E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589CC-E908-01B4-967B-2AD61E7B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3F8D3-5AE4-A46B-67FD-58F4A76FF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B6AE7-DFDE-FEF3-A27C-1BBAF7F3B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6573D-FC61-46F1-99DB-0D66B72903D5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0A670-CF63-ABED-0739-297F6039F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A81C-839B-DB2F-E6A2-9DD031157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CF397-7B1A-4F98-87E1-A75059BD1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0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dirty="0"/>
              <a:t>Lecture 14: More Proofs by Contradiction and Contraposition  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E1FB-5234-48E4-A8F4-1725D1C2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599"/>
            <a:ext cx="10515600" cy="132556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Review from last lecture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C24B56-64DA-6FB3-A86B-9D984CC3C9B4}"/>
              </a:ext>
            </a:extLst>
          </p:cNvPr>
          <p:cNvSpPr txBox="1">
            <a:spLocks/>
          </p:cNvSpPr>
          <p:nvPr/>
        </p:nvSpPr>
        <p:spPr>
          <a:xfrm>
            <a:off x="838200" y="2632464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Relationship between proof by contradiction and proof by contraposition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5AF2BAC-77D4-1682-D5D2-AC7928420BC4}"/>
              </a:ext>
            </a:extLst>
          </p:cNvPr>
          <p:cNvSpPr txBox="1">
            <a:spLocks/>
          </p:cNvSpPr>
          <p:nvPr/>
        </p:nvSpPr>
        <p:spPr>
          <a:xfrm>
            <a:off x="838200" y="4144023"/>
            <a:ext cx="10515600" cy="132556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Sequences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0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E1FB-5234-48E4-A8F4-1725D1C2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7860"/>
            <a:ext cx="10515600" cy="132556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Review from last lecture</a:t>
            </a:r>
          </a:p>
        </p:txBody>
      </p:sp>
    </p:spTree>
    <p:extLst>
      <p:ext uri="{BB962C8B-B14F-4D97-AF65-F5344CB8AC3E}">
        <p14:creationId xmlns:p14="http://schemas.microsoft.com/office/powerpoint/2010/main" val="183876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6F5C-911B-43E1-82D7-1C0EF6C1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9811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Proof by Contradiction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E0A9D-25BF-4127-AA0B-F4F531BF4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66" y="1690688"/>
            <a:ext cx="8637867" cy="506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9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0FC6-CE5E-416C-8750-93CB83894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31" y="151201"/>
            <a:ext cx="1095413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/>
              <a:t>Example that we did last time on the white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BEEE7-8ED1-4059-A9CF-D6BFDEB80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3" y="1476764"/>
            <a:ext cx="9953625" cy="2038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E2E1F-9F19-4B9B-A8DF-827639EB8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43" y="3676650"/>
            <a:ext cx="98964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1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B7BB-F5C2-4E02-917A-68108B276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/>
              <a:t>Example that we did last time on the white board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03153-0113-4D82-A4DD-3131A73D8E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29" b="21317"/>
          <a:stretch/>
        </p:blipFill>
        <p:spPr>
          <a:xfrm>
            <a:off x="1104900" y="4170784"/>
            <a:ext cx="9982200" cy="13342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10EB19-F489-418F-A03E-B4AA7C0570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571"/>
          <a:stretch/>
        </p:blipFill>
        <p:spPr>
          <a:xfrm>
            <a:off x="1104900" y="1652878"/>
            <a:ext cx="9982200" cy="251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80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F2D36-1CB8-4020-9805-966A285FD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23" y="0"/>
            <a:ext cx="9991725" cy="2095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8658BE-F2EC-45AC-89E9-C71A06BB67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718" r="30495"/>
          <a:stretch/>
        </p:blipFill>
        <p:spPr>
          <a:xfrm>
            <a:off x="4854419" y="2214756"/>
            <a:ext cx="2264837" cy="1869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89AA5-E3AA-419C-8A51-F153A94B09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140"/>
          <a:stretch/>
        </p:blipFill>
        <p:spPr>
          <a:xfrm>
            <a:off x="4422710" y="4301412"/>
            <a:ext cx="3037283" cy="20286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BB5624-CB37-4B61-9955-CC28A3D36A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626" t="70678" r="1"/>
          <a:stretch/>
        </p:blipFill>
        <p:spPr>
          <a:xfrm>
            <a:off x="4422710" y="4581330"/>
            <a:ext cx="311882" cy="59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0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2A5A57-A595-4095-9E2B-BD389759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16" y="2869941"/>
            <a:ext cx="9915525" cy="384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12A9C8-4081-48EF-8072-5A2E432DF5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40" t="45535"/>
          <a:stretch/>
        </p:blipFill>
        <p:spPr>
          <a:xfrm>
            <a:off x="3564294" y="546730"/>
            <a:ext cx="5715168" cy="20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6B5C41-B7C4-4E9E-B2D6-F255759C97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768"/>
          <a:stretch/>
        </p:blipFill>
        <p:spPr>
          <a:xfrm>
            <a:off x="1128712" y="839032"/>
            <a:ext cx="9934575" cy="3422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B1ED47-6B8A-4B44-99B2-A33496234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232"/>
          <a:stretch/>
        </p:blipFill>
        <p:spPr>
          <a:xfrm>
            <a:off x="1128713" y="4261281"/>
            <a:ext cx="9934575" cy="24546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F542B9-D5F3-44FC-A4F6-C015DE08F941}"/>
              </a:ext>
            </a:extLst>
          </p:cNvPr>
          <p:cNvSpPr txBox="1">
            <a:spLocks/>
          </p:cNvSpPr>
          <p:nvPr/>
        </p:nvSpPr>
        <p:spPr>
          <a:xfrm>
            <a:off x="753447" y="176250"/>
            <a:ext cx="10685106" cy="13255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/>
              <a:t>Indirect Argument - Contraposition</a:t>
            </a:r>
          </a:p>
        </p:txBody>
      </p:sp>
    </p:spTree>
    <p:extLst>
      <p:ext uri="{BB962C8B-B14F-4D97-AF65-F5344CB8AC3E}">
        <p14:creationId xmlns:p14="http://schemas.microsoft.com/office/powerpoint/2010/main" val="392965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C6B0-7D5D-41C4-A8A2-A1888FBA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9827"/>
            <a:ext cx="10515600" cy="1325563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Relationship between proof by contradiction and proof by contraposition (new stuff)</a:t>
            </a:r>
          </a:p>
        </p:txBody>
      </p:sp>
    </p:spTree>
    <p:extLst>
      <p:ext uri="{BB962C8B-B14F-4D97-AF65-F5344CB8AC3E}">
        <p14:creationId xmlns:p14="http://schemas.microsoft.com/office/powerpoint/2010/main" val="1411553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C6B0-7D5D-41C4-A8A2-A1888FBA037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What are the steps in contradiction?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B8430-1D91-4F4C-982F-9B0F9DC3A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49" y="2135640"/>
            <a:ext cx="10010775" cy="3762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4121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C6B0-7D5D-41C4-A8A2-A1888FBA037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/>
              <a:t>What are the steps in contraposition?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C8FDA-63D1-42EE-B2C5-FB8DE3864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019430"/>
            <a:ext cx="9829800" cy="4314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182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2A49-EB1C-49C9-895D-A5F433226E3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Relationship between the two: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76D12-0299-45C2-A1E2-3BB0E7531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4" y="1876425"/>
            <a:ext cx="9925050" cy="31051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FC0EF30-DA0E-4FDB-9430-DF7708D40715}"/>
              </a:ext>
            </a:extLst>
          </p:cNvPr>
          <p:cNvSpPr txBox="1">
            <a:spLocks/>
          </p:cNvSpPr>
          <p:nvPr/>
        </p:nvSpPr>
        <p:spPr>
          <a:xfrm>
            <a:off x="838200" y="5214937"/>
            <a:ext cx="10515600" cy="13255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Let’s do one example where we can prove a statement using </a:t>
            </a:r>
            <a:r>
              <a:rPr lang="en-US" b="1" i="1" dirty="0"/>
              <a:t>BOTH</a:t>
            </a:r>
            <a:r>
              <a:rPr lang="en-US" dirty="0"/>
              <a:t> approaches</a:t>
            </a:r>
          </a:p>
        </p:txBody>
      </p:sp>
    </p:spTree>
    <p:extLst>
      <p:ext uri="{BB962C8B-B14F-4D97-AF65-F5344CB8AC3E}">
        <p14:creationId xmlns:p14="http://schemas.microsoft.com/office/powerpoint/2010/main" val="168400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0862-14BF-4474-BE1B-3A42577A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144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First Proof: Through Contraposition</a:t>
            </a:r>
            <a:br>
              <a:rPr lang="en-US" dirty="0"/>
            </a:br>
            <a:r>
              <a:rPr lang="en-US" dirty="0"/>
              <a:t>(we did this last lecture)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483E1-E9FE-4254-AC5B-F77737DE8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67"/>
          <a:stretch/>
        </p:blipFill>
        <p:spPr>
          <a:xfrm>
            <a:off x="1166812" y="1482570"/>
            <a:ext cx="9829800" cy="789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C69E60-AC32-4BA9-9A9A-996FF1CE68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085"/>
          <a:stretch/>
        </p:blipFill>
        <p:spPr>
          <a:xfrm>
            <a:off x="1054872" y="4722921"/>
            <a:ext cx="9829800" cy="1896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97CF2B-4A53-44E7-A98C-F04AB2BECF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378" t="-20799" r="2378" b="44012"/>
          <a:stretch/>
        </p:blipFill>
        <p:spPr>
          <a:xfrm>
            <a:off x="838200" y="1248793"/>
            <a:ext cx="9858375" cy="347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B17C69-72CA-4278-AEE0-6D25B5768C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57" b="57304"/>
          <a:stretch/>
        </p:blipFill>
        <p:spPr>
          <a:xfrm>
            <a:off x="1266547" y="2858613"/>
            <a:ext cx="9658905" cy="1003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A8A45-93F7-4808-8B7E-34A715388B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491"/>
          <a:stretch/>
        </p:blipFill>
        <p:spPr>
          <a:xfrm>
            <a:off x="1266548" y="1855019"/>
            <a:ext cx="9658905" cy="1003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103327-D81F-48C1-BA27-0A866F828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485"/>
          <a:stretch/>
        </p:blipFill>
        <p:spPr>
          <a:xfrm>
            <a:off x="1266547" y="3862207"/>
            <a:ext cx="9658906" cy="27615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06C7CE-BE3E-49B4-BC2F-DF516EFB229A}"/>
              </a:ext>
            </a:extLst>
          </p:cNvPr>
          <p:cNvSpPr txBox="1">
            <a:spLocks/>
          </p:cNvSpPr>
          <p:nvPr/>
        </p:nvSpPr>
        <p:spPr>
          <a:xfrm>
            <a:off x="838199" y="234281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Proof by Contraposition Example (part 2)</a:t>
            </a:r>
          </a:p>
        </p:txBody>
      </p:sp>
    </p:spTree>
    <p:extLst>
      <p:ext uri="{BB962C8B-B14F-4D97-AF65-F5344CB8AC3E}">
        <p14:creationId xmlns:p14="http://schemas.microsoft.com/office/powerpoint/2010/main" val="39690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EE02F3-3028-4835-98B1-C20D0B98E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9" y="1047565"/>
            <a:ext cx="11311241" cy="453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93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E3689D-A453-432A-A10B-E2235CD12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840"/>
          <a:stretch/>
        </p:blipFill>
        <p:spPr>
          <a:xfrm>
            <a:off x="1482059" y="4922160"/>
            <a:ext cx="9227879" cy="11279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63CF1DA-A128-4090-A5CF-D6658822767B}"/>
              </a:ext>
            </a:extLst>
          </p:cNvPr>
          <p:cNvSpPr txBox="1">
            <a:spLocks/>
          </p:cNvSpPr>
          <p:nvPr/>
        </p:nvSpPr>
        <p:spPr>
          <a:xfrm>
            <a:off x="838200" y="62144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Second Proof: Through Contradiction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A32640-AFDA-4EB3-99FE-651D0E14D8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167"/>
          <a:stretch/>
        </p:blipFill>
        <p:spPr>
          <a:xfrm>
            <a:off x="1101498" y="1687844"/>
            <a:ext cx="9829800" cy="789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F7B543-2C7A-42C0-A6EC-C6E9E82D3C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098"/>
          <a:stretch/>
        </p:blipFill>
        <p:spPr>
          <a:xfrm>
            <a:off x="1482060" y="2684331"/>
            <a:ext cx="9227879" cy="23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9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3CF1DA-A128-4090-A5CF-D6658822767B}"/>
              </a:ext>
            </a:extLst>
          </p:cNvPr>
          <p:cNvSpPr txBox="1">
            <a:spLocks/>
          </p:cNvSpPr>
          <p:nvPr/>
        </p:nvSpPr>
        <p:spPr>
          <a:xfrm>
            <a:off x="838200" y="62144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Second Proof: Through Contradiction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A32640-AFDA-4EB3-99FE-651D0E14D8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67"/>
          <a:stretch/>
        </p:blipFill>
        <p:spPr>
          <a:xfrm>
            <a:off x="1101498" y="1687844"/>
            <a:ext cx="9829800" cy="7899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961604-1B5E-4112-B51F-B5AA5DEC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98" y="2477788"/>
            <a:ext cx="97917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7A8FC4-212F-4D27-92DE-F4AB66E68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699" y="4039888"/>
            <a:ext cx="10054803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3CF1DA-A128-4090-A5CF-D6658822767B}"/>
              </a:ext>
            </a:extLst>
          </p:cNvPr>
          <p:cNvSpPr txBox="1">
            <a:spLocks/>
          </p:cNvSpPr>
          <p:nvPr/>
        </p:nvSpPr>
        <p:spPr>
          <a:xfrm>
            <a:off x="838200" y="62144"/>
            <a:ext cx="10515600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Second Proof: Through Contradiction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495C9-F073-4DF5-A0A9-4C8FCE31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66" y="3427645"/>
            <a:ext cx="9877425" cy="1228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74F2BC-A83D-4EE5-B65E-68B74875A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66" y="1484545"/>
            <a:ext cx="10054803" cy="194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15A5A-567A-4A19-AEE7-1BE0AF522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066" y="4859110"/>
            <a:ext cx="98964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557C-B362-42D7-852E-802A7715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836" y="2585811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White Board Example</a:t>
            </a:r>
          </a:p>
        </p:txBody>
      </p:sp>
    </p:spTree>
    <p:extLst>
      <p:ext uri="{BB962C8B-B14F-4D97-AF65-F5344CB8AC3E}">
        <p14:creationId xmlns:p14="http://schemas.microsoft.com/office/powerpoint/2010/main" val="339776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01B8-66CF-45D8-B12C-8A9C3519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1794"/>
            <a:ext cx="10515600" cy="1325563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Sequences </a:t>
            </a:r>
          </a:p>
        </p:txBody>
      </p:sp>
    </p:spTree>
    <p:extLst>
      <p:ext uri="{BB962C8B-B14F-4D97-AF65-F5344CB8AC3E}">
        <p14:creationId xmlns:p14="http://schemas.microsoft.com/office/powerpoint/2010/main" val="3939926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9FD407-135D-4CD6-944F-698405A7E4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305"/>
          <a:stretch/>
        </p:blipFill>
        <p:spPr>
          <a:xfrm>
            <a:off x="763750" y="106524"/>
            <a:ext cx="10506075" cy="2216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56F951-15AF-4257-9DDB-93EA5DE6D3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4" t="35802" r="-754"/>
          <a:stretch/>
        </p:blipFill>
        <p:spPr>
          <a:xfrm>
            <a:off x="842962" y="2659223"/>
            <a:ext cx="10506075" cy="39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5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A107D-1348-488A-AD6B-046CC9795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52" y="0"/>
            <a:ext cx="9658544" cy="3242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8A67FC-EB21-4C3D-A1BD-2F6EAC1B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206" y="3260985"/>
            <a:ext cx="7743436" cy="351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7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98E694-2625-497C-B822-0C26948FC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6712"/>
            <a:ext cx="103632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52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885AA-F0A6-4DEA-8874-C11E99CB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947" y="78794"/>
            <a:ext cx="7592106" cy="4410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82B670-D747-4E4C-9FED-60E0D45ED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32" y="4636081"/>
            <a:ext cx="104013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0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97757-5C12-4B00-8151-965A72CBD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51" y="0"/>
            <a:ext cx="9209897" cy="2550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3B0058-2F94-4912-95A5-E3CA5C1CA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924" y="2519266"/>
            <a:ext cx="9112024" cy="431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615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97757-5C12-4B00-8151-965A72CBD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21" y="0"/>
            <a:ext cx="8515059" cy="2358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6C03F4-86FE-4145-9995-F8FD96ED7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38" y="2358376"/>
            <a:ext cx="7601923" cy="444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42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F8C9DF-B8E3-46F4-81A1-EF558BA8E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64" y="3165605"/>
            <a:ext cx="10315575" cy="2952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48BA66-EE77-4796-83DE-227DBADB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4" y="309641"/>
            <a:ext cx="9485782" cy="26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70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BA39-59BB-4D9E-96B7-96450460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0F85-63B9-42D0-AF6A-55F8227F3CF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Professor Joe Johnson’s Lecture Slides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164</Words>
  <Application>Microsoft Office PowerPoint</Application>
  <PresentationFormat>Widescreen</PresentationFormat>
  <Paragraphs>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CSE 2500: Introduction to Discrete Systems</vt:lpstr>
      <vt:lpstr>Review from last lecture</vt:lpstr>
      <vt:lpstr>Review from last lecture</vt:lpstr>
      <vt:lpstr>Proof by Contradiction</vt:lpstr>
      <vt:lpstr>Example that we did last time on the white board</vt:lpstr>
      <vt:lpstr>Example that we did last time on the white board</vt:lpstr>
      <vt:lpstr>PowerPoint Presentation</vt:lpstr>
      <vt:lpstr>PowerPoint Presentation</vt:lpstr>
      <vt:lpstr>PowerPoint Presentation</vt:lpstr>
      <vt:lpstr>Relationship between proof by contradiction and proof by contraposition (new stuff)</vt:lpstr>
      <vt:lpstr>What are the steps in contradiction?</vt:lpstr>
      <vt:lpstr>What are the steps in contraposition?</vt:lpstr>
      <vt:lpstr>Relationship between the two:</vt:lpstr>
      <vt:lpstr>First Proof: Through Contraposition (we did this last lecture)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 Board Example</vt:lpstr>
      <vt:lpstr>Sequences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2500: Introduction to Discrete Systems</dc:title>
  <dc:creator>K M</dc:creator>
  <cp:lastModifiedBy>K M</cp:lastModifiedBy>
  <cp:revision>5</cp:revision>
  <dcterms:created xsi:type="dcterms:W3CDTF">2022-10-19T20:02:34Z</dcterms:created>
  <dcterms:modified xsi:type="dcterms:W3CDTF">2022-10-20T16:04:35Z</dcterms:modified>
</cp:coreProperties>
</file>